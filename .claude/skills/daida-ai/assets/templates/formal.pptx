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2B5C"/>
                </a:solidFill>
              </a:defRPr>
            </a:pPr>
            <a:r>
              <a:t>プレゼンテーションタイトル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b="0">
                <a:solidFill>
                  <a:srgbClr val="555555"/>
                </a:solidFill>
              </a:defRPr>
            </a:pPr>
            <a:r>
              <a:t>サブタイトル / 登壇者名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B5C"/>
                </a:solidFill>
              </a:defRPr>
            </a:pPr>
            <a:r>
              <a:t>スライドタイトル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ポイント1: 具体的な内容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ポイント2: データや数値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ポイント3: 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2B5C"/>
                </a:solidFill>
              </a:defRPr>
            </a:pPr>
            <a:r>
              <a:t>セクションタイトル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B5C"/>
                </a:solidFill>
              </a:defRPr>
            </a:pPr>
            <a:r>
              <a:t>比較タイトル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200" b="1">
                <a:solidFill>
                  <a:srgbClr val="C4963C"/>
                </a:solidFill>
              </a:defRPr>
            </a:pPr>
            <a:r>
              <a:t>左カラム見出し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項目A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項目B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2200" b="1">
                <a:solidFill>
                  <a:srgbClr val="C4963C"/>
                </a:solidFill>
              </a:defRPr>
            </a:pPr>
            <a:r>
              <a:t>右カラム見出し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項目A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項目B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B5C"/>
                </a:solidFill>
              </a:defRPr>
            </a:pPr>
            <a:r>
              <a:t>図・画像用スライド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