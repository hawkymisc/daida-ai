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89B4FA"/>
                </a:solidFill>
              </a:defRPr>
            </a:pPr>
            <a:r>
              <a:t>プレゼンテーションタイトル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b="0">
                <a:solidFill>
                  <a:srgbClr val="9499B7"/>
                </a:solidFill>
              </a:defRPr>
            </a:pPr>
            <a:r>
              <a:t>サブタイトル / 登壇者名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89B4FA"/>
                </a:solidFill>
              </a:defRPr>
            </a:pPr>
            <a:r>
              <a:t>スライドタイトル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CDD6F4"/>
                </a:solidFill>
              </a:defRPr>
            </a:pPr>
            <a:r>
              <a:t>ポイント1: 具体的な内容</a:t>
            </a:r>
          </a:p>
          <a:p>
            <a:pPr>
              <a:defRPr sz="2400">
                <a:solidFill>
                  <a:srgbClr val="CDD6F4"/>
                </a:solidFill>
              </a:defRPr>
            </a:pPr>
            <a:r>
              <a:t>ポイント2: データや数値</a:t>
            </a:r>
          </a:p>
          <a:p>
            <a:pPr>
              <a:defRPr sz="2400">
                <a:solidFill>
                  <a:srgbClr val="CDD6F4"/>
                </a:solidFill>
              </a:defRPr>
            </a:pPr>
            <a:r>
              <a:t>ポイント3: 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8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000" b="1">
                <a:solidFill>
                  <a:srgbClr val="A6E3A1"/>
                </a:solidFill>
              </a:defRPr>
            </a:pPr>
            <a:r>
              <a:t>セクションタイトル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89B4FA"/>
                </a:solidFill>
              </a:defRPr>
            </a:pPr>
            <a:r>
              <a:t>比較タイトル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2200" b="1">
                <a:solidFill>
                  <a:srgbClr val="A6E3A1"/>
                </a:solidFill>
              </a:defRPr>
            </a:pPr>
            <a:r>
              <a:t>左カラム見出し</a:t>
            </a:r>
          </a:p>
          <a:p>
            <a:pPr>
              <a:defRPr sz="2000">
                <a:solidFill>
                  <a:srgbClr val="CDD6F4"/>
                </a:solidFill>
              </a:defRPr>
            </a:pPr>
            <a:r>
              <a:t>項目A</a:t>
            </a:r>
          </a:p>
          <a:p>
            <a:pPr>
              <a:defRPr sz="2000">
                <a:solidFill>
                  <a:srgbClr val="CDD6F4"/>
                </a:solidFill>
              </a:defRPr>
            </a:pPr>
            <a:r>
              <a:t>項目B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sz="2200" b="1">
                <a:solidFill>
                  <a:srgbClr val="A6E3A1"/>
                </a:solidFill>
              </a:defRPr>
            </a:pPr>
            <a:r>
              <a:t>右カラム見出し</a:t>
            </a:r>
          </a:p>
          <a:p>
            <a:pPr>
              <a:defRPr sz="2000">
                <a:solidFill>
                  <a:srgbClr val="CDD6F4"/>
                </a:solidFill>
              </a:defRPr>
            </a:pPr>
            <a:r>
              <a:t>項目A</a:t>
            </a:r>
          </a:p>
          <a:p>
            <a:pPr>
              <a:defRPr sz="2000">
                <a:solidFill>
                  <a:srgbClr val="CDD6F4"/>
                </a:solidFill>
              </a:defRPr>
            </a:pPr>
            <a:r>
              <a:t>項目B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89B4FA"/>
                </a:solidFill>
              </a:defRPr>
            </a:pPr>
            <a:r>
              <a:t>図・画像用スライド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