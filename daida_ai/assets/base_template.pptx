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ch Dark">
  <a:themeElements>
    <a:clrScheme name="Tech">
      <a:dk1>
        <a:srgbClr val="E8E8E8"/>
      </a:dk1>
      <a:lt1>
        <a:srgbClr val="1A1A2E"/>
      </a:lt1>
      <a:dk2>
        <a:srgbClr val="B0B0B0"/>
      </a:dk2>
      <a:lt2>
        <a:srgbClr val="2D2D44"/>
      </a:lt2>
      <a:accent1>
        <a:srgbClr val="00D4FF"/>
      </a:accent1>
      <a:accent2>
        <a:srgbClr val="7B68EE"/>
      </a:accent2>
      <a:accent3>
        <a:srgbClr val="00E676"/>
      </a:accent3>
      <a:accent4>
        <a:srgbClr val="FF4081"/>
      </a:accent4>
      <a:accent5>
        <a:srgbClr val="FFD740"/>
      </a:accent5>
      <a:accent6>
        <a:srgbClr val="448AFF"/>
      </a:accent6>
      <a:hlink>
        <a:srgbClr val="00D4FF"/>
      </a:hlink>
      <a:folHlink>
        <a:srgbClr val="7B68EE"/>
      </a:folHlink>
    </a:clrScheme>
    <a:fontScheme name="Office">
      <a:majorFont>
        <a:latin typeface="Consolas"/>
        <a:ea typeface=""/>
        <a:cs typeface=""/>
        <a:font script="Jpan" typeface="MS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