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みなさんこんにちは、ほーきーです。今日は私が作った「代打AI」というツールについてお話しします。このスライド自体も、これから話すツールで生成しています。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まず、なぜこのツールを作ったのかという背景からお話しします。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エンジニアなら一度は経験したことがあるんじゃないでしょうか。急な登壇依頼。テーマは決まっているのに手を動かす時間がない。そこで生まれたのが代打AIです。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代打AIは、テーマを渡すだけでPPTXファイルが出来上がります。さらに音声ナレーション付きにすることもできます。Claude Codeのスキルとして統合されているので、スラッシュコマンド一発で動きます。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では、内部でどういう処理をしているのかを説明します。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パイプラインは大きく5つのステップに分かれています。Claudeが自然言語処理を担当するフロントエンドと、Pythonスクリプトが担当するバックエンドの組み合わせです。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設計のポイントは、創造的な判断はClaudeに、確定的な処理はPythonに明確に分けていることです。Claudeはレイアウトの選択（two_contentにするかtitle_and_contentにするかなど）も判断します。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ここからは実装で実際にハマったポイントをお話しします。python-pptxはドキュメントが少なく、内部仕様を読まないと動かない箇所が多くありました。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最初にハマったのがこれです。型チェックのつもりでisinstanceを書いたら、metaclassのせいでTypeErrorが出ました。解決策はtype()で名前を確認することです。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テンプレートPPTXを作成したあと、そのテンプレートを使うとサンプルスライドが残ってしまいました。python-pptxにはスライド削除APIがないため、XMLとOPCパッケージを直接操作して解決しました。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音声の埋め込みが一番の難関でした。最初はOPCパーツとしてMP3を追加するだけでよいと思っていましたが、PowerPointが認識するためにはXMLシェイプとして明示的に定義する必要がありました。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次は開発手法についてです。今回はTDDで開発しました。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Dで特に意識したのは、テストを「仕様書」として書くことです。『動く』だけを確認するテストではなく、具体的な数値や振る舞いを検証するテストを書きました。テストが書きにくいと感じたとき、それはAPIの設計が悪いサ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xというコードレビューツールを使ってレビューしてもらいました。自分では見落としていた5つの問題が見つかり、すべて修正しました。特に音声シェイプの問題は、動作確認環境がなかったため自分では発見できなかった問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最後に、このツールをどうやってClaude Codeのスキルとして統合したかをお話しします。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のスキルシステムを使うと、Markdownでワークフローを定義するだけでClaudeが自律的にステップを実行してくれます。ユーザーは最初にテーマと情報を伝えるだけで、あとはClaudeが判断しながらパイプラインを進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そして、まさに今このスライドも代打AIで生成しました。皆さんの前でリアルタイムで動かしているわけです。ツールの紹介にそのツール自身を使うという、少し自己言及的な状況ですね。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最後にまとめです。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度としては、スライドとトークスクリプトの自動生成はかなり使えるレベルになりました。音声埋め込みはコードとしては完成していますが、実際のPowerPointでの動作確認が残っています。コードはGitHubで公開していますので、ぜひ触ってみ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リポジトリはGitHubで公開しています。セットアップはシェルスクリプト一発です。Claude Codeをお使いの方はぜひ試してみてください。以上で発表を終わります。ありがとうございました！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代打AI: Claudeにそのまま登壇してもらう話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2026/03/10 @ 自作スライド作成ツール見せ合おう会 — ほーきー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導入: 「代打」が必要な瞬間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あるある: 急な登壇依頼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「来週のLT、1枠空いたんだけど出れる？」</a:t>
            </a:r>
          </a:p>
          <a:p>
            <a:r>
              <a:t>テーマはある、でも資料を作る時間がない</a:t>
            </a:r>
          </a:p>
          <a:p>
            <a:r>
              <a:t>手を動かして30分でスライドを作るか……</a:t>
            </a:r>
          </a:p>
          <a:p>
            <a:r>
              <a:t>→ Claudeに全部やってもらえばいいのでは？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代打AIが解決すること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テーマを入力するだけで完成スライドを自動生成</a:t>
            </a:r>
          </a:p>
          <a:p>
            <a:r>
              <a:t>トークスクリプト（台本）も自動生成</a:t>
            </a:r>
          </a:p>
          <a:p>
            <a:r>
              <a:t>VOICEVOX音声でナレーション付きPPTXまで一括対応</a:t>
            </a:r>
          </a:p>
          <a:p>
            <a:r>
              <a:t>Claude Code Skill として `/daida-ai` で呼び出せる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アーキテクチャ: テーマ → 完成スライドの5ステップ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パイプライン全体像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テーマ → Markdownアウトライン（Claude生成）</a:t>
            </a:r>
          </a:p>
          <a:p>
            <a:r>
              <a:t>Step 1.5: アウトライン → スライド仕様JSON（Claude生成）</a:t>
            </a:r>
          </a:p>
          <a:p>
            <a:r>
              <a:t>Step 2: JSON → PPTX（python-pptxで生成）</a:t>
            </a:r>
          </a:p>
          <a:p>
            <a:r>
              <a:t>Step 3: スピーカーノート → トークスクリプト更新（任意）</a:t>
            </a:r>
          </a:p>
          <a:p>
            <a:r>
              <a:t>Step 4-5: 音声合成 → PPTXへ埋め込み（VOICEVOX）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Claudeが担当 vs Pythonが担当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/>
            </a:pPr>
            <a:r>
              <a:t>Claude（創造的処理）</a:t>
            </a:r>
          </a:p>
          <a:p>
            <a:r>
              <a:t>アウトライン構成</a:t>
            </a:r>
          </a:p>
          <a:p>
            <a:r>
              <a:t>内容の充実化・数値追加</a:t>
            </a:r>
          </a:p>
          <a:p>
            <a:r>
              <a:t>トークスクリプト生成</a:t>
            </a:r>
          </a:p>
          <a:p>
            <a:r>
              <a:t>レイアウト選択判断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/>
            </a:pPr>
            <a:r>
              <a:t>Python（確定的処理）</a:t>
            </a:r>
          </a:p>
          <a:p>
            <a:r>
              <a:t>JSON バリデーション</a:t>
            </a:r>
          </a:p>
          <a:p>
            <a:r>
              <a:t>PPTX ファイル生成</a:t>
            </a:r>
          </a:p>
          <a:p>
            <a:r>
              <a:t>音声合成 API 呼び出し</a:t>
            </a:r>
          </a:p>
          <a:p>
            <a:r>
              <a:t>OPC パッケージ操作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実装: python-pptxとの格闘記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罠①: isinstance() が動かない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python-pptx の Presentation は metaclass を使っている</a:t>
            </a:r>
          </a:p>
          <a:p>
            <a:r>
              <a:t>isinstance(prs, Presentation) → TypeError が発生</a:t>
            </a:r>
          </a:p>
          <a:p>
            <a:r>
              <a:t>解決: type(prs).__name__ == 'Presentation' でチェック</a:t>
            </a:r>
          </a:p>
          <a:p>
            <a:r>
              <a:t>教訓: 外部ライブラリの型チェックは慎重に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罠②: テンプレートにスライドが残る問題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Presentation(template) はテンプレートの全スライドをコピーする</a:t>
            </a:r>
          </a:p>
          <a:p>
            <a:r>
              <a:t>サンプルスライド6枚入りテンプレートを作ってしまった</a:t>
            </a:r>
          </a:p>
          <a:p>
            <a:r>
              <a:t>新スライドがサンプルの後ろに追加されてしまう問題が発生</a:t>
            </a:r>
          </a:p>
          <a:p>
            <a:r>
              <a:t>解決: OPCパーツ削除 + sldIdLst参照除去の2段階操作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罠③: 音声埋め込みはXML手術が必要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単純なOPCパーツ追加だけでは音声が再生されない</a:t>
            </a:r>
          </a:p>
          <a:p>
            <a:r>
              <a:t>p:pic XML要素 + audioFile r:link の組み合わせが必要</a:t>
            </a:r>
          </a:p>
          <a:p>
            <a:r>
              <a:t>slide.element でXMLにアクセス（slide.part.element は存在しない）</a:t>
            </a:r>
          </a:p>
          <a:p>
            <a:r>
              <a:t>Codexレビューで発見 → p:pic生成コードを追加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TDD実践: テストで仕様を記述する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86テスト、すべて先に書く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テストは「仕様書」である — 動くかではなく「どう動くか」を検証</a:t>
            </a:r>
          </a:p>
          <a:p>
            <a:r>
              <a:t>具体的な値（サイズ、色、件数）を必ず検証</a:t>
            </a:r>
          </a:p>
          <a:p>
            <a:r>
              <a:t>エッジケース: 空文字列、1000文字、矛盾する状態の組み合わせ</a:t>
            </a:r>
          </a:p>
          <a:p>
            <a:r>
              <a:t>テストが書きにくい = 設計に問題がある兆候（重要な気づき）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Codexレビューで見つかった5つの問題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/>
            </a:pPr>
            <a:r>
              <a:t>発見された問題</a:t>
            </a:r>
          </a:p>
          <a:p>
            <a:r>
              <a:t>①音声シェイプXMLが未生成</a:t>
            </a:r>
          </a:p>
          <a:p>
            <a:r>
              <a:t>②KeyError → ValueError 未変換</a:t>
            </a:r>
          </a:p>
          <a:p>
            <a:r>
              <a:t>③.strip() でホワイトスペース欠損</a:t>
            </a:r>
          </a:p>
          <a:p>
            <a:r>
              <a:t>④VOICEVOX出力がWAVのまま</a:t>
            </a:r>
          </a:p>
          <a:p>
            <a:r>
              <a:t>⑤httpxがdev依存に未追加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/>
            </a:pPr>
            <a:r>
              <a:t>対応方針</a:t>
            </a:r>
          </a:p>
          <a:p>
            <a:r>
              <a:t>①p:pic XML生成コードを追加</a:t>
            </a:r>
          </a:p>
          <a:p>
            <a:r>
              <a:t>②明示的なkeyチェックに変更</a:t>
            </a:r>
          </a:p>
          <a:p>
            <a:r>
              <a:t>③strip()を削除</a:t>
            </a:r>
          </a:p>
          <a:p>
            <a:r>
              <a:t>④WAV→MP3自動変換を追加</a:t>
            </a:r>
          </a:p>
          <a:p>
            <a:r>
              <a:t>⑤pyproject.tomlに追記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Code Skill: 自動化の仕上げ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SKILL.mdで定義するワークフロー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.claude/skills/daida-ai/SKILL.md にワークフローを定義</a:t>
            </a:r>
          </a:p>
          <a:p>
            <a:r>
              <a:t>Sequential Workflow: Claudeが各ステップを順番に自律実行</a:t>
            </a:r>
          </a:p>
          <a:p>
            <a:r>
              <a:t>スクリプトは .venv/bin/python で直接呼び出し</a:t>
            </a:r>
          </a:p>
          <a:p>
            <a:r>
              <a:t>/daida-ai テーマ で呼び出すだけ — 対話的に完成まで導く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このスライド自体が代打AI製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登壇直前に `/daida-ai` を呼び出して生成</a:t>
            </a:r>
          </a:p>
          <a:p>
            <a:r>
              <a:t>テーマ・登壇者・イベント名を伝えるだけ</a:t>
            </a:r>
          </a:p>
          <a:p>
            <a:r>
              <a:t>アウトライン → JSON → PPTX → 音声まで自動生成</a:t>
            </a:r>
          </a:p>
          <a:p>
            <a:r>
              <a:t>「ツールの紹介にツール自身を使う」という自己言及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代打AIに代打してもらった感想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「テーマ → 完成スライド」は達成できた</a:t>
            </a:r>
          </a:p>
          <a:p>
            <a:r>
              <a:t>✅ 86テスト全パス、Codexレビュー通過</a:t>
            </a:r>
          </a:p>
          <a:p>
            <a:r>
              <a:t>⚠️ PowerPointでの音声再生は未確認（要動作確認）</a:t>
            </a:r>
          </a:p>
          <a:p>
            <a:r>
              <a:t>🔲 次: エラーハンドリングの改善 / スタイルのカスタマイズ強化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リポジトリ・使い方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GitHub: github.com/hawkymisc/daida-ai</a:t>
            </a:r>
          </a:p>
          <a:p>
            <a:r>
              <a:t>セットアップ: bash .claude/skills/daida-ai/scripts/setup.sh</a:t>
            </a:r>
          </a:p>
          <a:p>
            <a:r>
              <a:t>実行: Claude Codeで /daida-ai テーマ と入力するだけ</a:t>
            </a:r>
          </a:p>
          <a:p>
            <a:r>
              <a:t>改善PRお待ちしています！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