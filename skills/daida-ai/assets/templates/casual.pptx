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2009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44849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1074706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1074706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047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047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047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2589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098" y="273050"/>
            <a:ext cx="785139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42589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800600"/>
            <a:ext cx="85340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12775"/>
            <a:ext cx="85340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5367338"/>
            <a:ext cx="85340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77095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906749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ttom Strip"/>
          <p:cNvSpPr/>
          <p:nvPr/>
        </p:nvSpPr>
        <p:spPr>
          <a:xfrm>
            <a:off x="0" y="6515100"/>
            <a:ext cx="12191695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2" name="Accent Circle 1"/>
          <p:cNvSpPr/>
          <p:nvPr/>
        </p:nvSpPr>
        <p:spPr>
          <a:xfrm>
            <a:off x="11291695" y="6158000"/>
            <a:ext cx="250000" cy="25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3" name="Accent Circle 2"/>
          <p:cNvSpPr/>
          <p:nvPr/>
        </p:nvSpPr>
        <p:spPr>
          <a:xfrm>
            <a:off x="11591695" y="6308000"/>
            <a:ext cx="200000" cy="2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2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3098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08996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asual Warm">
  <a:themeElements>
    <a:clrScheme name="Casual">
      <a:dk1>
        <a:srgbClr val="333333"/>
      </a:dk1>
      <a:lt1>
        <a:srgbClr val="FFF8F0"/>
      </a:lt1>
      <a:dk2>
        <a:srgbClr val="555555"/>
      </a:dk2>
      <a:lt2>
        <a:srgbClr val="FFF0E0"/>
      </a:lt2>
      <a:accent1>
        <a:srgbClr val="FF6B35"/>
      </a:accent1>
      <a:accent2>
        <a:srgbClr val="F7C948"/>
      </a:accent2>
      <a:accent3>
        <a:srgbClr val="06D6A0"/>
      </a:accent3>
      <a:accent4>
        <a:srgbClr val="118AB2"/>
      </a:accent4>
      <a:accent5>
        <a:srgbClr val="EF476F"/>
      </a:accent5>
      <a:accent6>
        <a:srgbClr val="8338EC"/>
      </a:accent6>
      <a:hlink>
        <a:srgbClr val="118AB2"/>
      </a:hlink>
      <a:folHlink>
        <a:srgbClr val="8338EC"/>
      </a:folHlink>
    </a:clrScheme>
    <a:fontScheme name="Office">
      <a:majorFont>
        <a:latin typeface="Fredoka"/>
        <a:ea typeface=""/>
        <a:cs typeface=""/>
        <a:font script="Jpan" typeface="M PLUS Rounded 1c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"/>
        <a:ea typeface=""/>
        <a:cs typeface=""/>
        <a:font script="Jpan" typeface="M PLUS Rounded 1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