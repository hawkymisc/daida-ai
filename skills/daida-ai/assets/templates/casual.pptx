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1082009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9448495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10747069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10747069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5562447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047" y="1600200"/>
            <a:ext cx="5562447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556244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556244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047" y="1535113"/>
            <a:ext cx="556244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047" y="2174875"/>
            <a:ext cx="556244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42589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3098" y="273050"/>
            <a:ext cx="785139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42589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4800600"/>
            <a:ext cx="8534095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828800" y="612775"/>
            <a:ext cx="8534095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28800" y="5367338"/>
            <a:ext cx="853409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77095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9067495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27729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29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34258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83098" y="6356350"/>
            <a:ext cx="34258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308996" y="6356350"/>
            <a:ext cx="34258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1" name="Bottom Strip"/>
          <p:cNvSpPr/>
          <p:nvPr/>
        </p:nvSpPr>
        <p:spPr>
          <a:xfrm>
            <a:off x="0" y="6515100"/>
            <a:ext cx="12191695" cy="34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02" name="Accent Circle 1"/>
          <p:cNvSpPr/>
          <p:nvPr/>
        </p:nvSpPr>
        <p:spPr>
          <a:xfrm>
            <a:off x="11291695" y="6158000"/>
            <a:ext cx="250000" cy="25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103" name="Accent Circle 2"/>
          <p:cNvSpPr/>
          <p:nvPr/>
        </p:nvSpPr>
        <p:spPr>
          <a:xfrm>
            <a:off x="11591695" y="6308000"/>
            <a:ext cx="200000" cy="200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asual Warm">
  <a:themeElements>
    <a:clrScheme name="Casual">
      <a:dk1>
        <a:srgbClr val="333333"/>
      </a:dk1>
      <a:lt1>
        <a:srgbClr val="FFF8F0"/>
      </a:lt1>
      <a:dk2>
        <a:srgbClr val="555555"/>
      </a:dk2>
      <a:lt2>
        <a:srgbClr val="FFF0E0"/>
      </a:lt2>
      <a:accent1>
        <a:srgbClr val="FF6B35"/>
      </a:accent1>
      <a:accent2>
        <a:srgbClr val="F7C948"/>
      </a:accent2>
      <a:accent3>
        <a:srgbClr val="06D6A0"/>
      </a:accent3>
      <a:accent4>
        <a:srgbClr val="118AB2"/>
      </a:accent4>
      <a:accent5>
        <a:srgbClr val="EF476F"/>
      </a:accent5>
      <a:accent6>
        <a:srgbClr val="8338EC"/>
      </a:accent6>
      <a:hlink>
        <a:srgbClr val="118AB2"/>
      </a:hlink>
      <a:folHlink>
        <a:srgbClr val="8338EC"/>
      </a:folHlink>
    </a:clrScheme>
    <a:fontScheme name="Office">
      <a:majorFont>
        <a:latin typeface="Fredoka"/>
        <a:ea typeface=""/>
        <a:cs typeface=""/>
        <a:font script="Jpan" typeface="M PLUS Rounded 1c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unito"/>
        <a:ea typeface=""/>
        <a:cs typeface=""/>
        <a:font script="Jpan" typeface="M PLUS Rounded 1c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