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2009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4849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1074706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1074706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047" y="1600200"/>
            <a:ext cx="55624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047" y="1535113"/>
            <a:ext cx="556244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047" y="2174875"/>
            <a:ext cx="556244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42589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098" y="273050"/>
            <a:ext cx="785139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42589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800600"/>
            <a:ext cx="85340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5"/>
            <a:ext cx="85340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5367338"/>
            <a:ext cx="85340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77095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906749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op Line"/>
          <p:cNvSpPr/>
          <p:nvPr/>
        </p:nvSpPr>
        <p:spPr>
          <a:xfrm>
            <a:off x="0" y="0"/>
            <a:ext cx="12191695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2" name="Bottom Line"/>
          <p:cNvSpPr/>
          <p:nvPr/>
        </p:nvSpPr>
        <p:spPr>
          <a:xfrm>
            <a:off x="0" y="6822000"/>
            <a:ext cx="12191695" cy="36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2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3098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08996" y="6356350"/>
            <a:ext cx="3425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ormal Corporate">
  <a:themeElements>
    <a:clrScheme name="Formal">
      <a:dk1>
        <a:srgbClr val="1B2D45"/>
      </a:dk1>
      <a:lt1>
        <a:srgbClr val="FFFFFF"/>
      </a:lt1>
      <a:dk2>
        <a:srgbClr val="34495E"/>
      </a:dk2>
      <a:lt2>
        <a:srgbClr val="ECF0F1"/>
      </a:lt2>
      <a:accent1>
        <a:srgbClr val="1B3A5C"/>
      </a:accent1>
      <a:accent2>
        <a:srgbClr val="2C5F8A"/>
      </a:accent2>
      <a:accent3>
        <a:srgbClr val="34495E"/>
      </a:accent3>
      <a:accent4>
        <a:srgbClr val="7F8C8D"/>
      </a:accent4>
      <a:accent5>
        <a:srgbClr val="2980B9"/>
      </a:accent5>
      <a:accent6>
        <a:srgbClr val="16A085"/>
      </a:accent6>
      <a:hlink>
        <a:srgbClr val="2980B9"/>
      </a:hlink>
      <a:folHlink>
        <a:srgbClr val="7F8C8D"/>
      </a:folHlink>
    </a:clrScheme>
    <a:fontScheme name="Office">
      <a:majorFont>
        <a:latin typeface="Georgia"/>
        <a:ea typeface=""/>
        <a:cs typeface=""/>
        <a:font script="Jpan" typeface="游明朝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